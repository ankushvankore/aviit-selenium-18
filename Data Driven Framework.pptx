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64C817-85A5-49C5-A042-0743418AB0B9}" type="doc">
      <dgm:prSet loTypeId="urn:microsoft.com/office/officeart/2005/8/layout/process2" loCatId="process" qsTypeId="urn:microsoft.com/office/officeart/2005/8/quickstyle/3d1" qsCatId="3D" csTypeId="urn:microsoft.com/office/officeart/2005/8/colors/colorful1" csCatId="colorful" phldr="1"/>
      <dgm:spPr/>
    </dgm:pt>
    <dgm:pt modelId="{BAE3384C-62B9-4A1C-95E8-A82114B3363E}">
      <dgm:prSet phldrT="[Text]"/>
      <dgm:spPr/>
      <dgm:t>
        <a:bodyPr/>
        <a:lstStyle/>
        <a:p>
          <a:r>
            <a:rPr lang="en-US" dirty="0" smtClean="0"/>
            <a:t>Workbook</a:t>
          </a:r>
          <a:endParaRPr lang="en-IN" dirty="0"/>
        </a:p>
      </dgm:t>
    </dgm:pt>
    <dgm:pt modelId="{C9745FE9-602C-4983-931C-89A9549F733D}" type="parTrans" cxnId="{AEA00177-7C99-4A11-B4B4-18A99D4DB226}">
      <dgm:prSet/>
      <dgm:spPr/>
      <dgm:t>
        <a:bodyPr/>
        <a:lstStyle/>
        <a:p>
          <a:endParaRPr lang="en-IN"/>
        </a:p>
      </dgm:t>
    </dgm:pt>
    <dgm:pt modelId="{0478B1E6-8F89-451F-9615-FFDD2527D84B}" type="sibTrans" cxnId="{AEA00177-7C99-4A11-B4B4-18A99D4DB226}">
      <dgm:prSet/>
      <dgm:spPr/>
      <dgm:t>
        <a:bodyPr/>
        <a:lstStyle/>
        <a:p>
          <a:endParaRPr lang="en-IN"/>
        </a:p>
      </dgm:t>
    </dgm:pt>
    <dgm:pt modelId="{849DF79E-D907-4332-A05A-C73B75CE47D7}">
      <dgm:prSet phldrT="[Text]"/>
      <dgm:spPr/>
      <dgm:t>
        <a:bodyPr/>
        <a:lstStyle/>
        <a:p>
          <a:r>
            <a:rPr lang="en-US" dirty="0" smtClean="0"/>
            <a:t>Sheet</a:t>
          </a:r>
          <a:endParaRPr lang="en-IN" dirty="0"/>
        </a:p>
      </dgm:t>
    </dgm:pt>
    <dgm:pt modelId="{E48635B3-74BE-43E5-9D2F-E643DD6EB769}" type="parTrans" cxnId="{F26F69B9-96A5-478C-BB9E-452E6A309B7A}">
      <dgm:prSet/>
      <dgm:spPr/>
      <dgm:t>
        <a:bodyPr/>
        <a:lstStyle/>
        <a:p>
          <a:endParaRPr lang="en-IN"/>
        </a:p>
      </dgm:t>
    </dgm:pt>
    <dgm:pt modelId="{AD57084A-E6AE-4DA2-A521-4D2815F56D16}" type="sibTrans" cxnId="{F26F69B9-96A5-478C-BB9E-452E6A309B7A}">
      <dgm:prSet/>
      <dgm:spPr/>
      <dgm:t>
        <a:bodyPr/>
        <a:lstStyle/>
        <a:p>
          <a:endParaRPr lang="en-IN"/>
        </a:p>
      </dgm:t>
    </dgm:pt>
    <dgm:pt modelId="{001D1743-1483-4843-A383-BB8DE04E3D95}">
      <dgm:prSet phldrT="[Text]"/>
      <dgm:spPr/>
      <dgm:t>
        <a:bodyPr/>
        <a:lstStyle/>
        <a:p>
          <a:r>
            <a:rPr lang="en-US" dirty="0" smtClean="0"/>
            <a:t>Row</a:t>
          </a:r>
          <a:endParaRPr lang="en-IN" dirty="0"/>
        </a:p>
      </dgm:t>
    </dgm:pt>
    <dgm:pt modelId="{A20D0C5D-66B2-490E-B071-49201187F74C}" type="parTrans" cxnId="{ECCF9058-8A97-4CD7-8215-D5B9BA11EB3E}">
      <dgm:prSet/>
      <dgm:spPr/>
      <dgm:t>
        <a:bodyPr/>
        <a:lstStyle/>
        <a:p>
          <a:endParaRPr lang="en-IN"/>
        </a:p>
      </dgm:t>
    </dgm:pt>
    <dgm:pt modelId="{B040B286-3DB1-41CD-9F84-FE90A3D16003}" type="sibTrans" cxnId="{ECCF9058-8A97-4CD7-8215-D5B9BA11EB3E}">
      <dgm:prSet/>
      <dgm:spPr/>
      <dgm:t>
        <a:bodyPr/>
        <a:lstStyle/>
        <a:p>
          <a:endParaRPr lang="en-IN"/>
        </a:p>
      </dgm:t>
    </dgm:pt>
    <dgm:pt modelId="{18884ABC-D470-4158-BC8B-EB171208C89A}">
      <dgm:prSet phldrT="[Text]"/>
      <dgm:spPr/>
      <dgm:t>
        <a:bodyPr/>
        <a:lstStyle/>
        <a:p>
          <a:r>
            <a:rPr lang="en-US" dirty="0" smtClean="0"/>
            <a:t>Cell</a:t>
          </a:r>
          <a:endParaRPr lang="en-IN" dirty="0"/>
        </a:p>
      </dgm:t>
    </dgm:pt>
    <dgm:pt modelId="{D710A81F-C71D-420D-A6EB-67D06C6C1A43}" type="parTrans" cxnId="{75AEB5D1-349B-49DB-9DB8-F29082AA82C9}">
      <dgm:prSet/>
      <dgm:spPr/>
      <dgm:t>
        <a:bodyPr/>
        <a:lstStyle/>
        <a:p>
          <a:endParaRPr lang="en-IN"/>
        </a:p>
      </dgm:t>
    </dgm:pt>
    <dgm:pt modelId="{1F3FBDA2-9F81-4715-85B0-79709ADC2BB4}" type="sibTrans" cxnId="{75AEB5D1-349B-49DB-9DB8-F29082AA82C9}">
      <dgm:prSet/>
      <dgm:spPr/>
      <dgm:t>
        <a:bodyPr/>
        <a:lstStyle/>
        <a:p>
          <a:endParaRPr lang="en-IN"/>
        </a:p>
      </dgm:t>
    </dgm:pt>
    <dgm:pt modelId="{2A835CC2-1B15-4BB9-845F-057520BE8D4C}" type="pres">
      <dgm:prSet presAssocID="{4564C817-85A5-49C5-A042-0743418AB0B9}" presName="linearFlow" presStyleCnt="0">
        <dgm:presLayoutVars>
          <dgm:resizeHandles val="exact"/>
        </dgm:presLayoutVars>
      </dgm:prSet>
      <dgm:spPr/>
    </dgm:pt>
    <dgm:pt modelId="{2CA69046-5A66-431B-9F09-12F48849F7C1}" type="pres">
      <dgm:prSet presAssocID="{BAE3384C-62B9-4A1C-95E8-A82114B3363E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EA40E06-726F-4835-BEB6-9AF33E1D5BAE}" type="pres">
      <dgm:prSet presAssocID="{0478B1E6-8F89-451F-9615-FFDD2527D84B}" presName="sibTrans" presStyleLbl="sibTrans2D1" presStyleIdx="0" presStyleCnt="3"/>
      <dgm:spPr/>
      <dgm:t>
        <a:bodyPr/>
        <a:lstStyle/>
        <a:p>
          <a:endParaRPr lang="en-IN"/>
        </a:p>
      </dgm:t>
    </dgm:pt>
    <dgm:pt modelId="{0CAC7AB9-0753-45DD-9E85-9E83C4793BBC}" type="pres">
      <dgm:prSet presAssocID="{0478B1E6-8F89-451F-9615-FFDD2527D84B}" presName="connectorText" presStyleLbl="sibTrans2D1" presStyleIdx="0" presStyleCnt="3"/>
      <dgm:spPr/>
      <dgm:t>
        <a:bodyPr/>
        <a:lstStyle/>
        <a:p>
          <a:endParaRPr lang="en-IN"/>
        </a:p>
      </dgm:t>
    </dgm:pt>
    <dgm:pt modelId="{69EA0E30-B88D-4AE5-8A7D-43D0AA7A3A67}" type="pres">
      <dgm:prSet presAssocID="{849DF79E-D907-4332-A05A-C73B75CE47D7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792F3C5-0C7C-47D8-9B57-EACBAC4C47D4}" type="pres">
      <dgm:prSet presAssocID="{AD57084A-E6AE-4DA2-A521-4D2815F56D16}" presName="sibTrans" presStyleLbl="sibTrans2D1" presStyleIdx="1" presStyleCnt="3"/>
      <dgm:spPr/>
      <dgm:t>
        <a:bodyPr/>
        <a:lstStyle/>
        <a:p>
          <a:endParaRPr lang="en-IN"/>
        </a:p>
      </dgm:t>
    </dgm:pt>
    <dgm:pt modelId="{90E5EC91-741F-498E-A79D-6241C6CA557A}" type="pres">
      <dgm:prSet presAssocID="{AD57084A-E6AE-4DA2-A521-4D2815F56D16}" presName="connectorText" presStyleLbl="sibTrans2D1" presStyleIdx="1" presStyleCnt="3"/>
      <dgm:spPr/>
      <dgm:t>
        <a:bodyPr/>
        <a:lstStyle/>
        <a:p>
          <a:endParaRPr lang="en-IN"/>
        </a:p>
      </dgm:t>
    </dgm:pt>
    <dgm:pt modelId="{05499B92-0FFC-499C-82AD-80631E8B972E}" type="pres">
      <dgm:prSet presAssocID="{001D1743-1483-4843-A383-BB8DE04E3D95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4744D81-1CBC-4F9D-BB6F-72D24B873ECD}" type="pres">
      <dgm:prSet presAssocID="{B040B286-3DB1-41CD-9F84-FE90A3D16003}" presName="sibTrans" presStyleLbl="sibTrans2D1" presStyleIdx="2" presStyleCnt="3"/>
      <dgm:spPr/>
      <dgm:t>
        <a:bodyPr/>
        <a:lstStyle/>
        <a:p>
          <a:endParaRPr lang="en-IN"/>
        </a:p>
      </dgm:t>
    </dgm:pt>
    <dgm:pt modelId="{63BCD0C0-FCF7-4B8D-9DA9-0F884DC956B9}" type="pres">
      <dgm:prSet presAssocID="{B040B286-3DB1-41CD-9F84-FE90A3D16003}" presName="connectorText" presStyleLbl="sibTrans2D1" presStyleIdx="2" presStyleCnt="3"/>
      <dgm:spPr/>
      <dgm:t>
        <a:bodyPr/>
        <a:lstStyle/>
        <a:p>
          <a:endParaRPr lang="en-IN"/>
        </a:p>
      </dgm:t>
    </dgm:pt>
    <dgm:pt modelId="{3799E177-0C34-4EC1-B48E-39209B5D14B4}" type="pres">
      <dgm:prSet presAssocID="{18884ABC-D470-4158-BC8B-EB171208C89A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63A80EE8-96E2-4895-A0FD-D1BCA82D5E5B}" type="presOf" srcId="{4564C817-85A5-49C5-A042-0743418AB0B9}" destId="{2A835CC2-1B15-4BB9-845F-057520BE8D4C}" srcOrd="0" destOrd="0" presId="urn:microsoft.com/office/officeart/2005/8/layout/process2"/>
    <dgm:cxn modelId="{5B273185-4733-457B-BC4A-70B265A7F4D3}" type="presOf" srcId="{0478B1E6-8F89-451F-9615-FFDD2527D84B}" destId="{0CAC7AB9-0753-45DD-9E85-9E83C4793BBC}" srcOrd="1" destOrd="0" presId="urn:microsoft.com/office/officeart/2005/8/layout/process2"/>
    <dgm:cxn modelId="{EA8C4341-E990-4980-9C3A-08B4B2AB7342}" type="presOf" srcId="{849DF79E-D907-4332-A05A-C73B75CE47D7}" destId="{69EA0E30-B88D-4AE5-8A7D-43D0AA7A3A67}" srcOrd="0" destOrd="0" presId="urn:microsoft.com/office/officeart/2005/8/layout/process2"/>
    <dgm:cxn modelId="{B3702B81-06D7-4241-A722-8913070A943D}" type="presOf" srcId="{B040B286-3DB1-41CD-9F84-FE90A3D16003}" destId="{63BCD0C0-FCF7-4B8D-9DA9-0F884DC956B9}" srcOrd="1" destOrd="0" presId="urn:microsoft.com/office/officeart/2005/8/layout/process2"/>
    <dgm:cxn modelId="{AEA00177-7C99-4A11-B4B4-18A99D4DB226}" srcId="{4564C817-85A5-49C5-A042-0743418AB0B9}" destId="{BAE3384C-62B9-4A1C-95E8-A82114B3363E}" srcOrd="0" destOrd="0" parTransId="{C9745FE9-602C-4983-931C-89A9549F733D}" sibTransId="{0478B1E6-8F89-451F-9615-FFDD2527D84B}"/>
    <dgm:cxn modelId="{CF49D998-F738-4CC4-86EC-3FBD8276CB03}" type="presOf" srcId="{BAE3384C-62B9-4A1C-95E8-A82114B3363E}" destId="{2CA69046-5A66-431B-9F09-12F48849F7C1}" srcOrd="0" destOrd="0" presId="urn:microsoft.com/office/officeart/2005/8/layout/process2"/>
    <dgm:cxn modelId="{62F42B2B-48BA-40AC-959F-455772866D44}" type="presOf" srcId="{001D1743-1483-4843-A383-BB8DE04E3D95}" destId="{05499B92-0FFC-499C-82AD-80631E8B972E}" srcOrd="0" destOrd="0" presId="urn:microsoft.com/office/officeart/2005/8/layout/process2"/>
    <dgm:cxn modelId="{ECCF9058-8A97-4CD7-8215-D5B9BA11EB3E}" srcId="{4564C817-85A5-49C5-A042-0743418AB0B9}" destId="{001D1743-1483-4843-A383-BB8DE04E3D95}" srcOrd="2" destOrd="0" parTransId="{A20D0C5D-66B2-490E-B071-49201187F74C}" sibTransId="{B040B286-3DB1-41CD-9F84-FE90A3D16003}"/>
    <dgm:cxn modelId="{90A6619B-F712-4383-99F6-BAB4EAFEA52A}" type="presOf" srcId="{B040B286-3DB1-41CD-9F84-FE90A3D16003}" destId="{84744D81-1CBC-4F9D-BB6F-72D24B873ECD}" srcOrd="0" destOrd="0" presId="urn:microsoft.com/office/officeart/2005/8/layout/process2"/>
    <dgm:cxn modelId="{F26F69B9-96A5-478C-BB9E-452E6A309B7A}" srcId="{4564C817-85A5-49C5-A042-0743418AB0B9}" destId="{849DF79E-D907-4332-A05A-C73B75CE47D7}" srcOrd="1" destOrd="0" parTransId="{E48635B3-74BE-43E5-9D2F-E643DD6EB769}" sibTransId="{AD57084A-E6AE-4DA2-A521-4D2815F56D16}"/>
    <dgm:cxn modelId="{A1AB331D-8094-43AE-8765-C2045E5CC865}" type="presOf" srcId="{18884ABC-D470-4158-BC8B-EB171208C89A}" destId="{3799E177-0C34-4EC1-B48E-39209B5D14B4}" srcOrd="0" destOrd="0" presId="urn:microsoft.com/office/officeart/2005/8/layout/process2"/>
    <dgm:cxn modelId="{75AEB5D1-349B-49DB-9DB8-F29082AA82C9}" srcId="{4564C817-85A5-49C5-A042-0743418AB0B9}" destId="{18884ABC-D470-4158-BC8B-EB171208C89A}" srcOrd="3" destOrd="0" parTransId="{D710A81F-C71D-420D-A6EB-67D06C6C1A43}" sibTransId="{1F3FBDA2-9F81-4715-85B0-79709ADC2BB4}"/>
    <dgm:cxn modelId="{FBC8D4C2-FD18-4258-88D5-819A8314ACD1}" type="presOf" srcId="{AD57084A-E6AE-4DA2-A521-4D2815F56D16}" destId="{90E5EC91-741F-498E-A79D-6241C6CA557A}" srcOrd="1" destOrd="0" presId="urn:microsoft.com/office/officeart/2005/8/layout/process2"/>
    <dgm:cxn modelId="{01F87BBD-1816-4574-B440-2F8A8BD6F555}" type="presOf" srcId="{0478B1E6-8F89-451F-9615-FFDD2527D84B}" destId="{EEA40E06-726F-4835-BEB6-9AF33E1D5BAE}" srcOrd="0" destOrd="0" presId="urn:microsoft.com/office/officeart/2005/8/layout/process2"/>
    <dgm:cxn modelId="{39CA3015-AF6D-4588-B2C8-F4571A462447}" type="presOf" srcId="{AD57084A-E6AE-4DA2-A521-4D2815F56D16}" destId="{1792F3C5-0C7C-47D8-9B57-EACBAC4C47D4}" srcOrd="0" destOrd="0" presId="urn:microsoft.com/office/officeart/2005/8/layout/process2"/>
    <dgm:cxn modelId="{AE9374F2-9D3B-4643-852E-A779B9F2D2CF}" type="presParOf" srcId="{2A835CC2-1B15-4BB9-845F-057520BE8D4C}" destId="{2CA69046-5A66-431B-9F09-12F48849F7C1}" srcOrd="0" destOrd="0" presId="urn:microsoft.com/office/officeart/2005/8/layout/process2"/>
    <dgm:cxn modelId="{9989364E-448F-4C11-B97E-2066E8A7929B}" type="presParOf" srcId="{2A835CC2-1B15-4BB9-845F-057520BE8D4C}" destId="{EEA40E06-726F-4835-BEB6-9AF33E1D5BAE}" srcOrd="1" destOrd="0" presId="urn:microsoft.com/office/officeart/2005/8/layout/process2"/>
    <dgm:cxn modelId="{CE46A530-6F82-483D-B300-98C981712151}" type="presParOf" srcId="{EEA40E06-726F-4835-BEB6-9AF33E1D5BAE}" destId="{0CAC7AB9-0753-45DD-9E85-9E83C4793BBC}" srcOrd="0" destOrd="0" presId="urn:microsoft.com/office/officeart/2005/8/layout/process2"/>
    <dgm:cxn modelId="{C6D7065F-E23E-49D9-9EC8-D1A47AE2E888}" type="presParOf" srcId="{2A835CC2-1B15-4BB9-845F-057520BE8D4C}" destId="{69EA0E30-B88D-4AE5-8A7D-43D0AA7A3A67}" srcOrd="2" destOrd="0" presId="urn:microsoft.com/office/officeart/2005/8/layout/process2"/>
    <dgm:cxn modelId="{BCDCEC26-11D6-4C6A-B885-6F27DDFF0CB1}" type="presParOf" srcId="{2A835CC2-1B15-4BB9-845F-057520BE8D4C}" destId="{1792F3C5-0C7C-47D8-9B57-EACBAC4C47D4}" srcOrd="3" destOrd="0" presId="urn:microsoft.com/office/officeart/2005/8/layout/process2"/>
    <dgm:cxn modelId="{2FD688A6-6B81-418D-AE46-E00BF841B711}" type="presParOf" srcId="{1792F3C5-0C7C-47D8-9B57-EACBAC4C47D4}" destId="{90E5EC91-741F-498E-A79D-6241C6CA557A}" srcOrd="0" destOrd="0" presId="urn:microsoft.com/office/officeart/2005/8/layout/process2"/>
    <dgm:cxn modelId="{0611BDF6-7351-47A5-BFF0-E8EF1D755D21}" type="presParOf" srcId="{2A835CC2-1B15-4BB9-845F-057520BE8D4C}" destId="{05499B92-0FFC-499C-82AD-80631E8B972E}" srcOrd="4" destOrd="0" presId="urn:microsoft.com/office/officeart/2005/8/layout/process2"/>
    <dgm:cxn modelId="{03254C94-8180-49A1-A723-9497E3A97153}" type="presParOf" srcId="{2A835CC2-1B15-4BB9-845F-057520BE8D4C}" destId="{84744D81-1CBC-4F9D-BB6F-72D24B873ECD}" srcOrd="5" destOrd="0" presId="urn:microsoft.com/office/officeart/2005/8/layout/process2"/>
    <dgm:cxn modelId="{219C49CE-29CD-4807-B935-CA2BC007E821}" type="presParOf" srcId="{84744D81-1CBC-4F9D-BB6F-72D24B873ECD}" destId="{63BCD0C0-FCF7-4B8D-9DA9-0F884DC956B9}" srcOrd="0" destOrd="0" presId="urn:microsoft.com/office/officeart/2005/8/layout/process2"/>
    <dgm:cxn modelId="{3C3B3D39-9225-44CD-949D-572F0875FB11}" type="presParOf" srcId="{2A835CC2-1B15-4BB9-845F-057520BE8D4C}" destId="{3799E177-0C34-4EC1-B48E-39209B5D14B4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8228EC-33D5-42FA-BE29-F4B53E38EC22}" type="doc">
      <dgm:prSet loTypeId="urn:microsoft.com/office/officeart/2005/8/layout/chevron1" loCatId="process" qsTypeId="urn:microsoft.com/office/officeart/2005/8/quickstyle/3d1" qsCatId="3D" csTypeId="urn:microsoft.com/office/officeart/2005/8/colors/colorful3" csCatId="colorful" phldr="1"/>
      <dgm:spPr/>
    </dgm:pt>
    <dgm:pt modelId="{0E8F6B52-047F-48AE-845E-041B54DA4A33}">
      <dgm:prSet phldrT="[Text]" custT="1"/>
      <dgm:spPr/>
      <dgm:t>
        <a:bodyPr/>
        <a:lstStyle/>
        <a:p>
          <a:r>
            <a:rPr lang="en-US" sz="1800" dirty="0" smtClean="0"/>
            <a:t>File</a:t>
          </a:r>
          <a:endParaRPr lang="en-IN" sz="1800" dirty="0"/>
        </a:p>
      </dgm:t>
    </dgm:pt>
    <dgm:pt modelId="{7A5396B7-0ECD-4B12-8AB9-AB12417C5C76}" type="parTrans" cxnId="{FB031CAF-241E-4EBC-BADB-1BEEA339D734}">
      <dgm:prSet/>
      <dgm:spPr/>
      <dgm:t>
        <a:bodyPr/>
        <a:lstStyle/>
        <a:p>
          <a:endParaRPr lang="en-IN"/>
        </a:p>
      </dgm:t>
    </dgm:pt>
    <dgm:pt modelId="{E67AACB2-4510-4FE9-A168-D537C49B2D57}" type="sibTrans" cxnId="{FB031CAF-241E-4EBC-BADB-1BEEA339D734}">
      <dgm:prSet/>
      <dgm:spPr/>
      <dgm:t>
        <a:bodyPr/>
        <a:lstStyle/>
        <a:p>
          <a:endParaRPr lang="en-IN"/>
        </a:p>
      </dgm:t>
    </dgm:pt>
    <dgm:pt modelId="{C935D552-D55B-4C41-A618-BA84BAB6B465}">
      <dgm:prSet phldrT="[Text]" custT="1"/>
      <dgm:spPr/>
      <dgm:t>
        <a:bodyPr/>
        <a:lstStyle/>
        <a:p>
          <a:r>
            <a:rPr lang="en-US" sz="1800" dirty="0" smtClean="0"/>
            <a:t>FileInputStream / FileOutputStream</a:t>
          </a:r>
          <a:endParaRPr lang="en-IN" sz="1800" dirty="0"/>
        </a:p>
      </dgm:t>
    </dgm:pt>
    <dgm:pt modelId="{F63AB669-10CE-461B-9EFA-13D5E8AC9BCF}" type="parTrans" cxnId="{0775F312-B9A6-4A45-AA08-2F7CBC54AD81}">
      <dgm:prSet/>
      <dgm:spPr/>
      <dgm:t>
        <a:bodyPr/>
        <a:lstStyle/>
        <a:p>
          <a:endParaRPr lang="en-IN"/>
        </a:p>
      </dgm:t>
    </dgm:pt>
    <dgm:pt modelId="{0476A815-FACC-428A-A11F-9EAAB5EB856B}" type="sibTrans" cxnId="{0775F312-B9A6-4A45-AA08-2F7CBC54AD81}">
      <dgm:prSet/>
      <dgm:spPr/>
      <dgm:t>
        <a:bodyPr/>
        <a:lstStyle/>
        <a:p>
          <a:endParaRPr lang="en-IN"/>
        </a:p>
      </dgm:t>
    </dgm:pt>
    <dgm:pt modelId="{9ABFA52E-8A27-40B4-B232-B78975C44960}" type="pres">
      <dgm:prSet presAssocID="{1D8228EC-33D5-42FA-BE29-F4B53E38EC22}" presName="Name0" presStyleCnt="0">
        <dgm:presLayoutVars>
          <dgm:dir/>
          <dgm:animLvl val="lvl"/>
          <dgm:resizeHandles val="exact"/>
        </dgm:presLayoutVars>
      </dgm:prSet>
      <dgm:spPr/>
    </dgm:pt>
    <dgm:pt modelId="{0E48C185-E3E7-4BAB-B6B1-9CC40DF6B6A9}" type="pres">
      <dgm:prSet presAssocID="{0E8F6B52-047F-48AE-845E-041B54DA4A33}" presName="parTxOnly" presStyleLbl="node1" presStyleIdx="0" presStyleCnt="2" custLinFactNeighborX="1108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C1B0200-2953-4766-B6B0-2BA15602FB77}" type="pres">
      <dgm:prSet presAssocID="{E67AACB2-4510-4FE9-A168-D537C49B2D57}" presName="parTxOnlySpace" presStyleCnt="0"/>
      <dgm:spPr/>
    </dgm:pt>
    <dgm:pt modelId="{6AD56BF5-6EAE-4D1D-8261-89FDA4D428B0}" type="pres">
      <dgm:prSet presAssocID="{C935D552-D55B-4C41-A618-BA84BAB6B465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0775F312-B9A6-4A45-AA08-2F7CBC54AD81}" srcId="{1D8228EC-33D5-42FA-BE29-F4B53E38EC22}" destId="{C935D552-D55B-4C41-A618-BA84BAB6B465}" srcOrd="1" destOrd="0" parTransId="{F63AB669-10CE-461B-9EFA-13D5E8AC9BCF}" sibTransId="{0476A815-FACC-428A-A11F-9EAAB5EB856B}"/>
    <dgm:cxn modelId="{4F4FF7DB-22FE-4E9B-896A-347AF41023D2}" type="presOf" srcId="{C935D552-D55B-4C41-A618-BA84BAB6B465}" destId="{6AD56BF5-6EAE-4D1D-8261-89FDA4D428B0}" srcOrd="0" destOrd="0" presId="urn:microsoft.com/office/officeart/2005/8/layout/chevron1"/>
    <dgm:cxn modelId="{1BA16464-18F8-4B42-8B40-22B65FCEE1FC}" type="presOf" srcId="{0E8F6B52-047F-48AE-845E-041B54DA4A33}" destId="{0E48C185-E3E7-4BAB-B6B1-9CC40DF6B6A9}" srcOrd="0" destOrd="0" presId="urn:microsoft.com/office/officeart/2005/8/layout/chevron1"/>
    <dgm:cxn modelId="{FB031CAF-241E-4EBC-BADB-1BEEA339D734}" srcId="{1D8228EC-33D5-42FA-BE29-F4B53E38EC22}" destId="{0E8F6B52-047F-48AE-845E-041B54DA4A33}" srcOrd="0" destOrd="0" parTransId="{7A5396B7-0ECD-4B12-8AB9-AB12417C5C76}" sibTransId="{E67AACB2-4510-4FE9-A168-D537C49B2D57}"/>
    <dgm:cxn modelId="{B3F154AE-9B53-4C7E-8A6A-74F3EE18A910}" type="presOf" srcId="{1D8228EC-33D5-42FA-BE29-F4B53E38EC22}" destId="{9ABFA52E-8A27-40B4-B232-B78975C44960}" srcOrd="0" destOrd="0" presId="urn:microsoft.com/office/officeart/2005/8/layout/chevron1"/>
    <dgm:cxn modelId="{AED3659C-F40A-44EE-AE30-884C81DD2854}" type="presParOf" srcId="{9ABFA52E-8A27-40B4-B232-B78975C44960}" destId="{0E48C185-E3E7-4BAB-B6B1-9CC40DF6B6A9}" srcOrd="0" destOrd="0" presId="urn:microsoft.com/office/officeart/2005/8/layout/chevron1"/>
    <dgm:cxn modelId="{BF29CC83-8CF0-4FFF-B1DC-7BF909E1A3D2}" type="presParOf" srcId="{9ABFA52E-8A27-40B4-B232-B78975C44960}" destId="{FC1B0200-2953-4766-B6B0-2BA15602FB77}" srcOrd="1" destOrd="0" presId="urn:microsoft.com/office/officeart/2005/8/layout/chevron1"/>
    <dgm:cxn modelId="{F81911D4-0FB2-440F-A3AD-12B7AAEAEEFE}" type="presParOf" srcId="{9ABFA52E-8A27-40B4-B232-B78975C44960}" destId="{6AD56BF5-6EAE-4D1D-8261-89FDA4D428B0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A69046-5A66-431B-9F09-12F48849F7C1}">
      <dsp:nvSpPr>
        <dsp:cNvPr id="0" name=""/>
        <dsp:cNvSpPr/>
      </dsp:nvSpPr>
      <dsp:spPr>
        <a:xfrm>
          <a:off x="739434" y="1895"/>
          <a:ext cx="1269047" cy="7050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Workbook</a:t>
          </a:r>
          <a:endParaRPr lang="en-IN" sz="1900" kern="1200" dirty="0"/>
        </a:p>
      </dsp:txBody>
      <dsp:txXfrm>
        <a:off x="760084" y="22545"/>
        <a:ext cx="1227747" cy="663726"/>
      </dsp:txXfrm>
    </dsp:sp>
    <dsp:sp modelId="{EEA40E06-726F-4835-BEB6-9AF33E1D5BAE}">
      <dsp:nvSpPr>
        <dsp:cNvPr id="0" name=""/>
        <dsp:cNvSpPr/>
      </dsp:nvSpPr>
      <dsp:spPr>
        <a:xfrm rot="5400000">
          <a:off x="1241766" y="724547"/>
          <a:ext cx="264384" cy="31726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1278780" y="750986"/>
        <a:ext cx="190357" cy="185069"/>
      </dsp:txXfrm>
    </dsp:sp>
    <dsp:sp modelId="{69EA0E30-B88D-4AE5-8A7D-43D0AA7A3A67}">
      <dsp:nvSpPr>
        <dsp:cNvPr id="0" name=""/>
        <dsp:cNvSpPr/>
      </dsp:nvSpPr>
      <dsp:spPr>
        <a:xfrm>
          <a:off x="739434" y="1059435"/>
          <a:ext cx="1269047" cy="7050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Sheet</a:t>
          </a:r>
          <a:endParaRPr lang="en-IN" sz="1900" kern="1200" dirty="0"/>
        </a:p>
      </dsp:txBody>
      <dsp:txXfrm>
        <a:off x="760084" y="1080085"/>
        <a:ext cx="1227747" cy="663726"/>
      </dsp:txXfrm>
    </dsp:sp>
    <dsp:sp modelId="{1792F3C5-0C7C-47D8-9B57-EACBAC4C47D4}">
      <dsp:nvSpPr>
        <dsp:cNvPr id="0" name=""/>
        <dsp:cNvSpPr/>
      </dsp:nvSpPr>
      <dsp:spPr>
        <a:xfrm rot="5400000">
          <a:off x="1241766" y="1782087"/>
          <a:ext cx="264384" cy="31726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1278780" y="1808526"/>
        <a:ext cx="190357" cy="185069"/>
      </dsp:txXfrm>
    </dsp:sp>
    <dsp:sp modelId="{05499B92-0FFC-499C-82AD-80631E8B972E}">
      <dsp:nvSpPr>
        <dsp:cNvPr id="0" name=""/>
        <dsp:cNvSpPr/>
      </dsp:nvSpPr>
      <dsp:spPr>
        <a:xfrm>
          <a:off x="739434" y="2116975"/>
          <a:ext cx="1269047" cy="7050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Row</a:t>
          </a:r>
          <a:endParaRPr lang="en-IN" sz="1900" kern="1200" dirty="0"/>
        </a:p>
      </dsp:txBody>
      <dsp:txXfrm>
        <a:off x="760084" y="2137625"/>
        <a:ext cx="1227747" cy="663726"/>
      </dsp:txXfrm>
    </dsp:sp>
    <dsp:sp modelId="{84744D81-1CBC-4F9D-BB6F-72D24B873ECD}">
      <dsp:nvSpPr>
        <dsp:cNvPr id="0" name=""/>
        <dsp:cNvSpPr/>
      </dsp:nvSpPr>
      <dsp:spPr>
        <a:xfrm rot="5400000">
          <a:off x="1241766" y="2839627"/>
          <a:ext cx="264384" cy="31726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1278780" y="2866066"/>
        <a:ext cx="190357" cy="185069"/>
      </dsp:txXfrm>
    </dsp:sp>
    <dsp:sp modelId="{3799E177-0C34-4EC1-B48E-39209B5D14B4}">
      <dsp:nvSpPr>
        <dsp:cNvPr id="0" name=""/>
        <dsp:cNvSpPr/>
      </dsp:nvSpPr>
      <dsp:spPr>
        <a:xfrm>
          <a:off x="739434" y="3174515"/>
          <a:ext cx="1269047" cy="7050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Cell</a:t>
          </a:r>
          <a:endParaRPr lang="en-IN" sz="1900" kern="1200" dirty="0"/>
        </a:p>
      </dsp:txBody>
      <dsp:txXfrm>
        <a:off x="760084" y="3195165"/>
        <a:ext cx="1227747" cy="6637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48C185-E3E7-4BAB-B6B1-9CC40DF6B6A9}">
      <dsp:nvSpPr>
        <dsp:cNvPr id="0" name=""/>
        <dsp:cNvSpPr/>
      </dsp:nvSpPr>
      <dsp:spPr>
        <a:xfrm>
          <a:off x="44469" y="0"/>
          <a:ext cx="3486219" cy="785612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File</a:t>
          </a:r>
          <a:endParaRPr lang="en-IN" sz="1800" kern="1200" dirty="0"/>
        </a:p>
      </dsp:txBody>
      <dsp:txXfrm>
        <a:off x="437275" y="0"/>
        <a:ext cx="2700607" cy="785612"/>
      </dsp:txXfrm>
    </dsp:sp>
    <dsp:sp modelId="{6AD56BF5-6EAE-4D1D-8261-89FDA4D428B0}">
      <dsp:nvSpPr>
        <dsp:cNvPr id="0" name=""/>
        <dsp:cNvSpPr/>
      </dsp:nvSpPr>
      <dsp:spPr>
        <a:xfrm>
          <a:off x="3143429" y="0"/>
          <a:ext cx="3486219" cy="785612"/>
        </a:xfrm>
        <a:prstGeom prst="chevron">
          <a:avLst/>
        </a:prstGeom>
        <a:gradFill rotWithShape="0">
          <a:gsLst>
            <a:gs pos="0">
              <a:schemeClr val="accent3">
                <a:hueOff val="-1433403"/>
                <a:satOff val="1180"/>
                <a:lumOff val="-981"/>
                <a:alphaOff val="0"/>
                <a:tint val="96000"/>
                <a:lumMod val="100000"/>
              </a:schemeClr>
            </a:gs>
            <a:gs pos="78000">
              <a:schemeClr val="accent3">
                <a:hueOff val="-1433403"/>
                <a:satOff val="1180"/>
                <a:lumOff val="-98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FileInputStream / FileOutputStream</a:t>
          </a:r>
          <a:endParaRPr lang="en-IN" sz="1800" kern="1200" dirty="0"/>
        </a:p>
      </dsp:txBody>
      <dsp:txXfrm>
        <a:off x="3536235" y="0"/>
        <a:ext cx="2700607" cy="7856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Driven Framework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Reading the data from 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Writing the data to Excel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7982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Workbook – Excel File</a:t>
            </a:r>
          </a:p>
          <a:p>
            <a:pPr lvl="1"/>
            <a:r>
              <a:rPr lang="en-US" dirty="0" smtClean="0"/>
              <a:t>Collection of Sheets</a:t>
            </a:r>
          </a:p>
          <a:p>
            <a:r>
              <a:rPr lang="en-US" dirty="0" smtClean="0"/>
              <a:t>Sheet</a:t>
            </a:r>
          </a:p>
          <a:p>
            <a:pPr lvl="1"/>
            <a:r>
              <a:rPr lang="en-US" dirty="0" smtClean="0"/>
              <a:t>Collection of Rows</a:t>
            </a:r>
          </a:p>
          <a:p>
            <a:r>
              <a:rPr lang="en-US" dirty="0" smtClean="0"/>
              <a:t>Row</a:t>
            </a:r>
          </a:p>
          <a:p>
            <a:pPr lvl="1"/>
            <a:r>
              <a:rPr lang="en-US" dirty="0" smtClean="0"/>
              <a:t>Collection of Cells</a:t>
            </a:r>
          </a:p>
          <a:p>
            <a:r>
              <a:rPr lang="en-US" dirty="0" smtClean="0"/>
              <a:t>Cell</a:t>
            </a:r>
          </a:p>
          <a:p>
            <a:pPr lvl="1"/>
            <a:r>
              <a:rPr lang="en-US" dirty="0" smtClean="0"/>
              <a:t>Smallest unit that holds the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5967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 – </a:t>
            </a:r>
            <a:r>
              <a:rPr lang="en-US" sz="2000" dirty="0" smtClean="0"/>
              <a:t>Flow of data from application to memory and from memory to application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77334" y="2382592"/>
            <a:ext cx="2542384" cy="38250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Selenium Script</a:t>
            </a:r>
          </a:p>
          <a:p>
            <a:pPr algn="ctr"/>
            <a:r>
              <a:rPr lang="en-US" dirty="0" smtClean="0"/>
              <a:t>(Java)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8113690" y="2382591"/>
            <a:ext cx="2112135" cy="3825025"/>
          </a:xfrm>
          <a:prstGeom prst="ca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6" name="Right Arrow 5"/>
          <p:cNvSpPr/>
          <p:nvPr/>
        </p:nvSpPr>
        <p:spPr>
          <a:xfrm>
            <a:off x="3219718" y="2685244"/>
            <a:ext cx="4893972" cy="1609859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FileOutputStream (Writing the data)</a:t>
            </a:r>
            <a:endParaRPr lang="en-IN" dirty="0"/>
          </a:p>
        </p:txBody>
      </p:sp>
      <p:sp>
        <p:nvSpPr>
          <p:cNvPr id="7" name="Left Arrow 6"/>
          <p:cNvSpPr/>
          <p:nvPr/>
        </p:nvSpPr>
        <p:spPr>
          <a:xfrm>
            <a:off x="3219718" y="4478627"/>
            <a:ext cx="4893972" cy="1545464"/>
          </a:xfrm>
          <a:prstGeom prst="lef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FileInputStream (Reading the data)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9409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Apache POI – </a:t>
            </a:r>
            <a:r>
              <a:rPr lang="en-US" sz="2400" b="1" dirty="0" smtClean="0"/>
              <a:t>API that will help to communicate with Excel file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77334" y="2382592"/>
            <a:ext cx="2542384" cy="38250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Selenium Script</a:t>
            </a:r>
          </a:p>
          <a:p>
            <a:pPr algn="ctr"/>
            <a:r>
              <a:rPr lang="en-US" dirty="0" smtClean="0"/>
              <a:t>(Java)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8113690" y="2382591"/>
            <a:ext cx="2112135" cy="3825025"/>
          </a:xfrm>
          <a:prstGeom prst="ca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3" name="Oval 2"/>
          <p:cNvSpPr/>
          <p:nvPr/>
        </p:nvSpPr>
        <p:spPr>
          <a:xfrm>
            <a:off x="4668591" y="3296990"/>
            <a:ext cx="1996225" cy="19962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Apache POI</a:t>
            </a:r>
            <a:br>
              <a:rPr lang="en-US" smtClean="0"/>
            </a:br>
            <a:r>
              <a:rPr lang="en-US" smtClean="0"/>
              <a:t>(API)</a:t>
            </a:r>
            <a:endParaRPr lang="en-IN"/>
          </a:p>
        </p:txBody>
      </p:sp>
      <p:cxnSp>
        <p:nvCxnSpPr>
          <p:cNvPr id="9" name="Straight Arrow Connector 8"/>
          <p:cNvCxnSpPr>
            <a:stCxn id="4" idx="3"/>
            <a:endCxn id="3" idx="2"/>
          </p:cNvCxnSpPr>
          <p:nvPr/>
        </p:nvCxnSpPr>
        <p:spPr>
          <a:xfrm flipV="1">
            <a:off x="3219718" y="4295103"/>
            <a:ext cx="1448873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3" idx="6"/>
            <a:endCxn id="5" idx="2"/>
          </p:cNvCxnSpPr>
          <p:nvPr/>
        </p:nvCxnSpPr>
        <p:spPr>
          <a:xfrm>
            <a:off x="6664816" y="4295103"/>
            <a:ext cx="1448874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004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Hierarchy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7452150" y="1709827"/>
          <a:ext cx="2747917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/>
          </p:nvPr>
        </p:nvGraphicFramePr>
        <p:xfrm>
          <a:off x="1310783" y="1635617"/>
          <a:ext cx="6635481" cy="78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230429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</TotalTime>
  <Words>101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Data Driven Framework</vt:lpstr>
      <vt:lpstr>Excel File</vt:lpstr>
      <vt:lpstr>Stream – Flow of data from application to memory and from memory to application</vt:lpstr>
      <vt:lpstr>Apache POI – API that will help to communicate with Excel file</vt:lpstr>
      <vt:lpstr>Object Hierarchy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Driven Framework</dc:title>
  <dc:creator>Microsoft account</dc:creator>
  <cp:lastModifiedBy>Microsoft account</cp:lastModifiedBy>
  <cp:revision>5</cp:revision>
  <dcterms:created xsi:type="dcterms:W3CDTF">2026-04-09T02:35:52Z</dcterms:created>
  <dcterms:modified xsi:type="dcterms:W3CDTF">2026-04-10T03:05:56Z</dcterms:modified>
</cp:coreProperties>
</file>